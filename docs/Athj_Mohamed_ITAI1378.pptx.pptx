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332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141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64730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86008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9341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6125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5770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5438539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62846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748498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7848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9507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811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6357705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3179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99822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33803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324695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463033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631365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0262255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51657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9713007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214181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695907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20589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72495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8709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06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6D4231AA-FB40-4B5E-B0AF-59A1593B6D9D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74BB4E9-048D-4AB4-88DC-569C9D15E5F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02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ParkVision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FD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Occupancy &amp; Vehicle Type Detection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Mohamed Athj  |  ITAI 1378 — Computer Vision and 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9834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1F7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4983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lots are managed blind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managers have no automated, real-time view of occupancy or vehicle type.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Airports, campuses, and malls rely on manual walk-throughs — slow and error-prone.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vehicle-type data, differentiated pricing (e.g., buses vs. personal cars) isn't possible.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0" y="1920240"/>
            <a:ext cx="2926080" cy="3200400"/>
          </a:xfrm>
          <a:prstGeom prst="roundRect">
            <a:avLst>
              <a:gd name="adj" fmla="val 3125"/>
            </a:avLst>
          </a:prstGeom>
          <a:solidFill>
            <a:srgbClr val="EA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96112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25603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lot managers at airports, university campuses, and shopping malls.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sentence, one 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ParkVision detects which parking spaces are occupied vs. empty, and identifies the vehicle type on occupied spaces.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36576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Lot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365760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91840" y="36576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1F7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291840" y="36576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(Occupancy)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365760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35040" y="36576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1F7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035040" y="36576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(Vehicle Type)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365760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778240" y="365760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778240" y="36576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Occupancy Map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Vehicle Type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two-stage detection pipeline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29260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 detection (two-stage pipeline)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1 — Occupancy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YOLOv8n, fine-tuned on PKLot (space-empty / space-occupied)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2 — Vehicle Type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YOLOv8n, pretrained on COCO (car / bus / truck)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Ultralytics YOLOv8, PyTorch, Google Colab (T4 GPU)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fine-tuning a small pretrained model on already-labeled PKLot data reaches high accuracy in minutes on a free GPU, and reusing a pretrained COCO model avoids collecting new vehicle data — keeping this a realistic Tier 1 scope.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PKLot — public, labeled, ready to use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1064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PKLot dataset (public, via Roboflow), CC BY 4.0 license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12,416 images (8,691 train / 2,483 valid / 1,242 test)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~695,900 labeled parking space instances across 3 lots (PUCPR, UFPR04, UFPR05)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Labels: space-empty, space-occupied (bounding boxes); vehicle type reuses pretrained COCO classes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measured — not just targets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EA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Occupancy mAP50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≥ 90%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unseen test set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EAF3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4652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Secondary: Speed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&lt; 1 sec/image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 ms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794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image, T4 GPU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Exploratory: vehicle-type detection on occupied-space crops succeeded on only ~14% of cases in testing — documented as a risk, not a guaranteed feature (see Slide 8).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16-week term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402336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Blueprint (Wk 10)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approved, occupancy model tested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 — mAP50 0.990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Demo (Wk 11)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runs end to end on samples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 It Yours (Wk 12-13)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application logic (map, reporting)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 &amp; Measure (Wk 14)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Refine or scope out vehicle-type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 &amp; Present (Wk 15)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video, final README, slides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2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RESOURCES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risks, tested — not hypothetical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1 — Vehicle-type detection unreliable on small crops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~14% of occupied-space crops produced a valid detection, even after upscaling.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B: ship occupancy detection as the core deliverable; present vehicle-type as exploratory.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2 — Limited generalization to new lots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60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trained only on PKLot's 3 source lots; unseen camera angles may perform worse.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B: scope the demo to PKLot-style top-down camera views.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Compute: Google Colab (free tier, T4 GPU) — estimated cost: $0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6</TotalTime>
  <Words>565</Words>
  <Application>Microsoft Office PowerPoint</Application>
  <PresentationFormat>Widescreen</PresentationFormat>
  <Paragraphs>90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Arial Nova Light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athj</cp:lastModifiedBy>
  <cp:revision>2</cp:revision>
  <dcterms:created xsi:type="dcterms:W3CDTF">2026-09-26T03:16:26Z</dcterms:created>
  <dcterms:modified xsi:type="dcterms:W3CDTF">2026-09-26T03:25:48Z</dcterms:modified>
</cp:coreProperties>
</file>